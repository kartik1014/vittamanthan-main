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VittaManthan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AI-Powered Financial Intelligence Platform</a:t>
            </a:r>
          </a:p>
          <a:p>
            <a:r>
              <a:rPr sz="2000"/>
              <a:t>Consent-based aggregation + RAG AI for real-time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Indian users manage multiple banks and payment instruments—data is fragmented.</a:t>
            </a:r>
          </a:p>
          <a:p>
            <a:pPr/>
            <a:r>
              <a:rPr sz="2000"/>
              <a:t>Manual tracking and CSV imports are slow, error-prone, and lack real-time insight.</a:t>
            </a:r>
          </a:p>
          <a:p>
            <a:pPr/>
            <a:r>
              <a:rPr sz="2000"/>
              <a:t>Existing tools miss Account Aggregator (AA) integration and compliance.</a:t>
            </a:r>
          </a:p>
          <a:p>
            <a:pPr/>
            <a:r>
              <a:rPr sz="2000"/>
              <a:t>Need secure, consent-based access with AI-driven financial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Integrates Setu Account Aggregator to fetch financial data with user consent.</a:t>
            </a:r>
          </a:p>
          <a:p>
            <a:pPr/>
            <a:r>
              <a:rPr sz="2000"/>
              <a:t>Unifies multi-account transactions into a single dashboard.</a:t>
            </a:r>
          </a:p>
          <a:p>
            <a:pPr/>
            <a:r>
              <a:rPr sz="2000"/>
              <a:t>RAG-powered assistant answers natural language queries (EN/HI/Hinglish).</a:t>
            </a:r>
          </a:p>
          <a:p>
            <a:pPr/>
            <a:r>
              <a:rPr sz="2000"/>
              <a:t>Real-time streaming responses and export to PDF/Excel/CSV.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AA consent lifecycle ensures secure, compliant data access—no credential sharing.</a:t>
            </a:r>
          </a:p>
          <a:p>
            <a:pPr/>
            <a:r>
              <a:rPr sz="2000"/>
              <a:t>RAG combines FAISS vector search with LLM reasoning over grounded transaction data.</a:t>
            </a:r>
          </a:p>
          <a:p>
            <a:pPr/>
            <a:r>
              <a:rPr sz="2000"/>
              <a:t>Microservices + API gateway enable independent scaling and resilience.</a:t>
            </a:r>
          </a:p>
          <a:p>
            <a:pPr/>
            <a:r>
              <a:rPr sz="2000"/>
              <a:t>Per-user vector stores isolate data; SSE streaming delivers fast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Consent management with visual lifecycle tracking.</a:t>
            </a:r>
          </a:p>
          <a:p>
            <a:pPr/>
            <a:r>
              <a:rPr sz="2000"/>
              <a:t>Multi-account aggregation and unified analytics dashboard.</a:t>
            </a:r>
          </a:p>
          <a:p>
            <a:pPr/>
            <a:r>
              <a:rPr sz="2000"/>
              <a:t>AI chat assistant with multilingual support and vector search.</a:t>
            </a:r>
          </a:p>
          <a:p>
            <a:pPr/>
            <a:r>
              <a:rPr sz="2000"/>
              <a:t>Transaction intelligence: categorization, anomaly patterns, stats.</a:t>
            </a:r>
          </a:p>
          <a:p>
            <a:pPr/>
            <a:r>
              <a:rPr sz="2000"/>
              <a:t>Multi-format exports (PDF/Excel/CSV) and real-time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UI Overview</a:t>
            </a:r>
          </a:p>
        </p:txBody>
      </p:sp>
      <p:pic>
        <p:nvPicPr>
          <p:cNvPr id="3" name="Picture 2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229600" cy="47708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Overall product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Dashboard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Consolidated financial overview with money flow and spend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Transactions</a:t>
            </a:r>
          </a:p>
        </p:txBody>
      </p:sp>
      <p:pic>
        <p:nvPicPr>
          <p:cNvPr id="3" name="Picture 2" descr="trans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Detailed transaction table with exports and filters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Consent Management</a:t>
            </a:r>
          </a:p>
        </p:txBody>
      </p:sp>
      <p:pic>
        <p:nvPicPr>
          <p:cNvPr id="3" name="Picture 2" descr="consent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AA consent lifecycle with status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AI Assistant</a:t>
            </a:r>
          </a:p>
        </p:txBody>
      </p:sp>
      <p:pic>
        <p:nvPicPr>
          <p:cNvPr id="3" name="Picture 2" descr="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2296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RAG-powered conversational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Frontend: React + Vite on Netlify (dashboard, transactions, consents, AI chat).</a:t>
            </a:r>
          </a:p>
          <a:p>
            <a:pPr/>
            <a:r>
              <a:rPr sz="2000"/>
              <a:t>Gateway: Spring Cloud Gateway (JWT validation, routing, rate limiting).</a:t>
            </a:r>
          </a:p>
          <a:p>
            <a:pPr/>
            <a:r>
              <a:rPr sz="2000"/>
              <a:t>Services: Auth, Account, Transaction (Spring Boot) + RAG (FastAPI).</a:t>
            </a:r>
          </a:p>
          <a:p>
            <a:pPr/>
            <a:r>
              <a:rPr sz="2000"/>
              <a:t>Data layer: DynamoDB for core data; PostgreSQL + FAISS for RAG.</a:t>
            </a:r>
          </a:p>
          <a:p>
            <a:pPr/>
            <a:r>
              <a:rPr sz="2000"/>
              <a:t>External: Setu AA APIs, OpenRouter LLMs, HuggingFace embeddings.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Frontend: React 18, Vite, Recharts.</a:t>
            </a:r>
          </a:p>
          <a:p>
            <a:pPr/>
            <a:r>
              <a:rPr sz="2000"/>
              <a:t>Backend: Spring Boot microservices + Spring Security.</a:t>
            </a:r>
          </a:p>
          <a:p>
            <a:pPr/>
            <a:r>
              <a:rPr sz="2000"/>
              <a:t>AI: FastAPI, LangChain, OpenRouter LLMs, FAISS, sentence-transformers.</a:t>
            </a:r>
          </a:p>
          <a:p>
            <a:pPr/>
            <a:r>
              <a:rPr sz="2000"/>
              <a:t>Data: DynamoDB, PostgreSQL, in-memory vector stores.</a:t>
            </a:r>
          </a:p>
          <a:p>
            <a:pPr/>
            <a:r>
              <a:rPr sz="2000"/>
              <a:t>DevOps: Docker, Kubernetes, Netlify, AWS EC2/S3/DynamoDB.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 (How it Works)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Ingest: format transactions and create MiniLM-L6-v2 embeddings.</a:t>
            </a:r>
          </a:p>
          <a:p>
            <a:pPr/>
            <a:r>
              <a:rPr sz="2000"/>
              <a:t>Store embeddings in per-user FAISS vector store (k-NN search).</a:t>
            </a:r>
          </a:p>
          <a:p>
            <a:pPr/>
            <a:r>
              <a:rPr sz="2000"/>
              <a:t>Detect query mode: vector search, analytical, statistical, or smart-full.</a:t>
            </a:r>
          </a:p>
          <a:p>
            <a:pPr/>
            <a:r>
              <a:rPr sz="2000"/>
              <a:t>Build prompt with retrieved context and call LLM via OpenRouter.</a:t>
            </a:r>
          </a:p>
          <a:p>
            <a:pPr/>
            <a:r>
              <a:rPr sz="2000"/>
              <a:t>Stream responses via SSE with tables, stats, and summaries.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Consent flow: User → Frontend → Gateway → Account Service → Setu AA.</a:t>
            </a:r>
          </a:p>
          <a:p>
            <a:pPr/>
            <a:r>
              <a:rPr sz="2000"/>
              <a:t>AA webhooks notify consent approval and FI data availability.</a:t>
            </a:r>
          </a:p>
          <a:p>
            <a:pPr/>
            <a:r>
              <a:rPr sz="2000"/>
              <a:t>Account/Transaction services decrypt and store data in DynamoDB.</a:t>
            </a:r>
          </a:p>
          <a:p>
            <a:pPr/>
            <a:r>
              <a:rPr sz="2000"/>
              <a:t>AI flow: Frontend → RAG Service → ingest → search/analysis → LLM response.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Performance, DevOps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Performance: &lt;50ms vector search; 0.5–1.5s index build for 1k txns; ~0.5–1s first token.</a:t>
            </a:r>
          </a:p>
          <a:p>
            <a:pPr/>
            <a:r>
              <a:rPr sz="1800"/>
              <a:t>Scalability: Kubernetes HPA, DynamoDB on-demand, per-user vector stores.</a:t>
            </a:r>
          </a:p>
          <a:p>
            <a:pPr/>
            <a:r>
              <a:rPr sz="1800"/>
              <a:t>DevOps: Docker Compose for local, K8s manifests for prod, Netlify + AWS EC2.</a:t>
            </a:r>
          </a:p>
          <a:p>
            <a:pPr/>
            <a:r>
              <a:rPr sz="1800"/>
              <a:t>Security: JWT + RBAC, gateway validation, AA encryption, CORS allowlist, env secrets.</a:t>
            </a:r>
          </a:p>
          <a:p>
            <a:pPr/>
            <a:r>
              <a:rPr sz="1800"/>
              <a:t>Live demo: https://vittamanthan.netlify.app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